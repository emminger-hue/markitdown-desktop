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Beispielfolie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Rechnung Nr. 4711 vom 12. März 2026</a:t>
            </a:r>
          </a:p>
          <a:p>
            <a:r>
              <a:t>Straße, Größe, Übung, Äpfel – 1.234,56 €</a:t>
            </a:r>
          </a:p>
          <a:p>
            <a:r>
              <a:t>The quick brown fox jumps over the lazy dog.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